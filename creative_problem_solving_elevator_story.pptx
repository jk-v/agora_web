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Office workers constantly complained that the elevators were too slow.</a:t>
            </a:r>
          </a:p>
        </p:txBody>
      </p:sp>
      <p:pic>
        <p:nvPicPr>
          <p:cNvPr id="4" name="Picture 3" descr="elevator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003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Engineers suggested adding more elevators (very expensive).</a:t>
            </a:r>
          </a:p>
          <a:p>
            <a:r>
              <a:t>But a consultant observed something interesting:</a:t>
            </a:r>
          </a:p>
          <a:p>
            <a:r>
              <a:t>People weren't angry about speed — they were bored while waiting.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Instead of building new elevators, the building installed mirrors near the doors.</a:t>
            </a:r>
          </a:p>
          <a:p>
            <a:r>
              <a:t>People began checking their appearance and became engaged while waiting.</a:t>
            </a:r>
          </a:p>
        </p:txBody>
      </p:sp>
      <p:pic>
        <p:nvPicPr>
          <p:cNvPr id="4" name="Picture 3" descr="elevator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861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Lesson for Creative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Don't jump directly to complex solutions.</a:t>
            </a:r>
          </a:p>
          <a:p>
            <a:r>
              <a:t>First understand the real problem.</a:t>
            </a:r>
          </a:p>
          <a:p/>
          <a:p>
            <a:r>
              <a:t>Sometimes the smartest solution is not faster or bigger — it's simply seeing the problem differently.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